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cxnId="{8CB593F6-6C5D-4606-B959-3E27F9872EC1}" type="parTrans">
      <dgm:prSet/>
      <dgm:spPr/>
      <dgm:t>
        <a:bodyPr/>
        <a:lstStyle/>
        <a:p>
          <a:endParaRPr lang="en-US"/>
        </a:p>
      </dgm:t>
    </dgm:pt>
    <dgm:pt modelId="{19B27CEC-4BAD-44A7-A9A7-B7A8B23ADCFD}" cxnId="{8CB593F6-6C5D-4606-B959-3E27F9872EC1}" type="sibTrans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cxnId="{AEE28BEF-3F73-41A5-9307-D42A450FCA17}" type="parTrans">
      <dgm:prSet/>
      <dgm:spPr/>
      <dgm:t>
        <a:bodyPr/>
        <a:lstStyle/>
        <a:p>
          <a:endParaRPr lang="en-US"/>
        </a:p>
      </dgm:t>
    </dgm:pt>
    <dgm:pt modelId="{304E70AD-39C7-4C28-BF7B-6EE91BAE97B7}" cxnId="{AEE28BEF-3F73-41A5-9307-D42A450FCA17}" type="sibTrans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cxnId="{6C7D4BBB-EED6-4011-9FBC-87F683D5B245}" type="parTrans">
      <dgm:prSet/>
      <dgm:spPr/>
      <dgm:t>
        <a:bodyPr/>
        <a:lstStyle/>
        <a:p>
          <a:endParaRPr lang="en-US"/>
        </a:p>
      </dgm:t>
    </dgm:pt>
    <dgm:pt modelId="{B81593E2-4CAC-4783-8D2D-E9DDD236A942}" cxnId="{6C7D4BBB-EED6-4011-9FBC-87F683D5B245}" type="sibTrans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cxnId="{27611794-B6EF-4593-A560-02BF7692DC5A}" type="parTrans">
      <dgm:prSet/>
      <dgm:spPr/>
      <dgm:t>
        <a:bodyPr/>
        <a:lstStyle/>
        <a:p>
          <a:endParaRPr lang="en-US"/>
        </a:p>
      </dgm:t>
    </dgm:pt>
    <dgm:pt modelId="{AD0D1882-5210-4A49-9875-4AAC43595580}" cxnId="{27611794-B6EF-4593-A560-02BF7692DC5A}" type="sibTrans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cxnId="{D1BA1DD0-A52A-47BF-962D-9810C87E1576}" type="parTrans">
      <dgm:prSet/>
      <dgm:spPr/>
      <dgm:t>
        <a:bodyPr/>
        <a:lstStyle/>
        <a:p>
          <a:endParaRPr lang="en-US"/>
        </a:p>
      </dgm:t>
    </dgm:pt>
    <dgm:pt modelId="{2868AD8D-4E38-46CE-A972-709857BF40AC}" cxnId="{D1BA1DD0-A52A-47BF-962D-9810C87E1576}" type="sibTrans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cxnId="{AA17007A-110D-43AE-B6F2-DF2DF885F2E2}" type="parTrans">
      <dgm:prSet/>
      <dgm:spPr/>
      <dgm:t>
        <a:bodyPr/>
        <a:lstStyle/>
        <a:p>
          <a:endParaRPr lang="en-US"/>
        </a:p>
      </dgm:t>
    </dgm:pt>
    <dgm:pt modelId="{98BDB650-3386-4D3D-8E80-609010499291}" cxnId="{AA17007A-110D-43AE-B6F2-DF2DF885F2E2}" type="sibTrans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cxnId="{DA8CD5E8-B2EE-41E4-8EC6-CFB41D688F68}" type="parTrans">
      <dgm:prSet/>
      <dgm:spPr/>
      <dgm:t>
        <a:bodyPr/>
        <a:lstStyle/>
        <a:p>
          <a:endParaRPr lang="en-US"/>
        </a:p>
      </dgm:t>
    </dgm:pt>
    <dgm:pt modelId="{5E9E6A6F-635A-4791-A107-01E95B62EA08}" cxnId="{DA8CD5E8-B2EE-41E4-8EC6-CFB41D688F68}" type="sibTrans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cxnId="{521FD508-C5FD-4804-AFDC-D1FF9945B211}" type="parTrans">
      <dgm:prSet/>
      <dgm:spPr/>
      <dgm:t>
        <a:bodyPr/>
        <a:lstStyle/>
        <a:p>
          <a:endParaRPr lang="en-US"/>
        </a:p>
      </dgm:t>
    </dgm:pt>
    <dgm:pt modelId="{196A2EB9-DD96-4630-B699-7AF000340374}" cxnId="{521FD508-C5FD-4804-AFDC-D1FF9945B211}" type="sibTrans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88411" cy="4058195"/>
        <a:chOff x="0" y="0"/>
        <a:chExt cx="6388411" cy="4058195"/>
      </a:xfrm>
    </dsp:grpSpPr>
    <dsp:sp modelId="{8CAE5A4D-0C7B-48A6-917B-0B8433D0574B}">
      <dsp:nvSpPr>
        <dsp:cNvPr id="3" name="Rectangular Callout 2"/>
        <dsp:cNvSpPr/>
      </dsp:nvSpPr>
      <dsp:spPr bwMode="white">
        <a:xfrm>
          <a:off x="7173684" y="811639"/>
          <a:ext cx="1278321" cy="3246556"/>
        </a:xfrm>
        <a:prstGeom prst="wedgeRectCallout">
          <a:avLst>
            <a:gd name="adj1" fmla="val 0"/>
            <a:gd name="adj2" fmla="val 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7173684" y="811639"/>
        <a:ext cx="1278321" cy="3246556"/>
      </dsp:txXfrm>
    </dsp:sp>
    <dsp:sp modelId="{C73DE52A-2F45-45E6-AD0E-D5BEAF609F8E}">
      <dsp:nvSpPr>
        <dsp:cNvPr id="4" name="Rectangles 3"/>
        <dsp:cNvSpPr/>
      </dsp:nvSpPr>
      <dsp:spPr bwMode="white">
        <a:xfrm>
          <a:off x="7173684" y="0"/>
          <a:ext cx="1278321" cy="811639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1" cy="811639"/>
      </dsp:txXfrm>
    </dsp:sp>
    <dsp:sp modelId="{FC0F1314-3294-4A8C-8DCE-EB53E236164C}">
      <dsp:nvSpPr>
        <dsp:cNvPr id="5" name="Rectangular Callout 4"/>
        <dsp:cNvSpPr/>
      </dsp:nvSpPr>
      <dsp:spPr bwMode="white">
        <a:xfrm>
          <a:off x="5898558" y="811639"/>
          <a:ext cx="1278321" cy="304364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3195000"/>
            <a:satOff val="9216"/>
            <a:lumOff val="3137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5898558" y="811639"/>
        <a:ext cx="1278321" cy="3043646"/>
      </dsp:txXfrm>
    </dsp:sp>
    <dsp:sp modelId="{2AAD338D-3122-4454-9A67-16BE024D44E3}">
      <dsp:nvSpPr>
        <dsp:cNvPr id="6" name="Rectangles 5"/>
        <dsp:cNvSpPr/>
      </dsp:nvSpPr>
      <dsp:spPr bwMode="white">
        <a:xfrm>
          <a:off x="5898558" y="101455"/>
          <a:ext cx="1278321" cy="710184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8" y="101455"/>
        <a:ext cx="1278321" cy="710184"/>
      </dsp:txXfrm>
    </dsp:sp>
    <dsp:sp modelId="{2532504F-5FE1-4C97-B485-F05E8885EACC}">
      <dsp:nvSpPr>
        <dsp:cNvPr id="7" name="Rectangular Callout 6"/>
        <dsp:cNvSpPr/>
      </dsp:nvSpPr>
      <dsp:spPr bwMode="white">
        <a:xfrm>
          <a:off x="4620237" y="811639"/>
          <a:ext cx="1278321" cy="2840736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6390000"/>
            <a:satOff val="18431"/>
            <a:lumOff val="6275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811639"/>
        <a:ext cx="1278321" cy="2840736"/>
      </dsp:txXfrm>
    </dsp:sp>
    <dsp:sp modelId="{4C66D42D-7E6D-4563-AFDC-369C30B73F70}">
      <dsp:nvSpPr>
        <dsp:cNvPr id="8" name="Rectangles 7"/>
        <dsp:cNvSpPr/>
      </dsp:nvSpPr>
      <dsp:spPr bwMode="white">
        <a:xfrm>
          <a:off x="4620237" y="206156"/>
          <a:ext cx="1278321" cy="608729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7" y="206156"/>
        <a:ext cx="1278321" cy="608729"/>
      </dsp:txXfrm>
    </dsp:sp>
    <dsp:sp modelId="{06F8D57B-EDF4-4CF4-8700-DC2CA3E3028E}">
      <dsp:nvSpPr>
        <dsp:cNvPr id="9" name="Rectangular Callout 8"/>
        <dsp:cNvSpPr/>
      </dsp:nvSpPr>
      <dsp:spPr bwMode="white">
        <a:xfrm>
          <a:off x="3341916" y="811639"/>
          <a:ext cx="1278321" cy="263782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9585000"/>
            <a:satOff val="27647"/>
            <a:lumOff val="9412"/>
            <a:alpha val="100000"/>
          </a:schemeClr>
        </a:fillRef>
        <a:effectRef idx="0">
          <a:scrgbClr r="0" g="0" b="0"/>
        </a:effectRef>
        <a:fontRef idx="minor"/>
      </dsp:style>
      <dsp:txXfrm>
        <a:off x="3341916" y="811639"/>
        <a:ext cx="1278321" cy="2637827"/>
      </dsp:txXfrm>
    </dsp:sp>
    <dsp:sp modelId="{00BB3360-A9BB-4051-A4B1-1216F82F642C}">
      <dsp:nvSpPr>
        <dsp:cNvPr id="11" name="Rectangles 10"/>
        <dsp:cNvSpPr/>
      </dsp:nvSpPr>
      <dsp:spPr bwMode="white">
        <a:xfrm>
          <a:off x="3341916" y="304365"/>
          <a:ext cx="1278321" cy="507274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6" y="304365"/>
        <a:ext cx="1278321" cy="507274"/>
      </dsp:txXfrm>
    </dsp:sp>
    <dsp:sp modelId="{A134CDD1-D85F-44EF-8BEE-9F99A855C1E6}">
      <dsp:nvSpPr>
        <dsp:cNvPr id="12" name="Rectangular Callout 11"/>
        <dsp:cNvSpPr/>
      </dsp:nvSpPr>
      <dsp:spPr bwMode="white">
        <a:xfrm>
          <a:off x="2063595" y="811639"/>
          <a:ext cx="1278321" cy="2434917"/>
        </a:xfrm>
        <a:prstGeom prst="wedgeRectCallout">
          <a:avLst>
            <a:gd name="adj1" fmla="val 62500"/>
            <a:gd name="adj2" fmla="val 20830"/>
          </a:avLst>
        </a:prstGeom>
      </dsp:spPr>
      <dsp:style>
        <a:lnRef idx="2">
          <a:schemeClr val="lt1"/>
        </a:lnRef>
        <a:fillRef idx="1">
          <a:schemeClr val="accent1">
            <a:tint val="50000"/>
            <a:hueOff val="-12780000"/>
            <a:satOff val="36863"/>
            <a:lumOff val="12549"/>
            <a:alpha val="100000"/>
          </a:schemeClr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811639"/>
        <a:ext cx="1278321" cy="2434917"/>
      </dsp:txXfrm>
    </dsp:sp>
    <dsp:sp modelId="{65257024-FAC0-4522-B139-1CC85B547BE8}">
      <dsp:nvSpPr>
        <dsp:cNvPr id="13" name="Rectangles 12"/>
        <dsp:cNvSpPr/>
      </dsp:nvSpPr>
      <dsp:spPr bwMode="white">
        <a:xfrm>
          <a:off x="2063595" y="405820"/>
          <a:ext cx="1278321" cy="405820"/>
        </a:xfrm>
        <a:prstGeom prst="rect">
          <a:avLst/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57150" tIns="57150" rIns="57150" bIns="5715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5" y="405820"/>
        <a:ext cx="1278321" cy="405820"/>
      </dsp:txXfrm>
    </dsp:sp>
    <dsp:sp modelId="{6BCCFBA6-7A43-4631-AD7F-AFB10E1E6CD7}">
      <dsp:nvSpPr>
        <dsp:cNvPr id="10" name="Rectangles 9"/>
        <dsp:cNvSpPr/>
      </dsp:nvSpPr>
      <dsp:spPr bwMode="white">
        <a:xfrm>
          <a:off x="3504181" y="811639"/>
          <a:ext cx="1116055" cy="2637827"/>
        </a:xfrm>
        <a:prstGeom prst="rect">
          <a:avLst/>
        </a:prstGeom>
        <a:noFill/>
        <a:ln>
          <a:noFill/>
        </a:ln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lIns="206375" tIns="206375" rIns="206375" bIns="206375" anchor="t"/>
        <a:lstStyle>
          <a:lvl1pPr algn="r">
            <a:defRPr sz="6500"/>
          </a:lvl1pPr>
          <a:lvl2pPr marL="285750" indent="-285750" algn="r">
            <a:defRPr sz="5100"/>
          </a:lvl2pPr>
          <a:lvl3pPr marL="571500" indent="-285750" algn="r">
            <a:defRPr sz="5100"/>
          </a:lvl3pPr>
          <a:lvl4pPr marL="857250" indent="-285750" algn="r">
            <a:defRPr sz="5100"/>
          </a:lvl4pPr>
          <a:lvl5pPr marL="1143000" indent="-285750" algn="r">
            <a:defRPr sz="5100"/>
          </a:lvl5pPr>
          <a:lvl6pPr marL="1428750" indent="-285750" algn="r">
            <a:defRPr sz="5100"/>
          </a:lvl6pPr>
          <a:lvl7pPr marL="1714500" indent="-285750" algn="r">
            <a:defRPr sz="5100"/>
          </a:lvl7pPr>
          <a:lvl8pPr marL="2000250" indent="-285750" algn="r">
            <a:defRPr sz="5100"/>
          </a:lvl8pPr>
          <a:lvl9pPr marL="2286000" indent="-285750" algn="r">
            <a:defRPr sz="5100"/>
          </a:lvl9pPr>
        </a:lstStyle>
        <a:p>
          <a:endParaRPr>
            <a:solidFill>
              <a:schemeClr val="tx1"/>
            </a:solidFill>
          </a:endParaRPr>
        </a:p>
      </dsp:txBody>
      <dsp:txXfrm>
        <a:off x="3504181" y="811639"/>
        <a:ext cx="1116055" cy="2637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 des des des" ptType="node node node node"/>
        <dgm:presOf axis="des des des des" ptType="node node node 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H. Senthil Kumar </a:t>
            </a:r>
            <a:endParaRPr lang="en-US" alt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 </a:t>
            </a: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BTech Computer Science and Engineering</a:t>
            </a:r>
            <a:endParaRPr lang="en-US" sz="2000" b="1" i="0" u="none" strike="noStrike" cap="none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 </a:t>
            </a:r>
            <a:r>
              <a:rPr lang="en-US" altLang="en-GB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Dr.Asif Mohammed </a:t>
            </a:r>
            <a:endParaRPr lang="en-US" altLang="en-GB" sz="2000" b="1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 </a:t>
            </a:r>
            <a:r>
              <a:rPr 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 Sakthi S</a:t>
            </a:r>
            <a:endParaRPr lang="en-US" sz="2000" b="1" i="0" u="none" strike="noStrike" cap="none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</a:t>
            </a:r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Chirag BA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20221CSE0314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51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510" y="1045031"/>
            <a:ext cx="10515600" cy="4193176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Nineleaps Technology Solutions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Nineleaps is a technology-driven company focused on AI-powered data and product engineering solutions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global startups and Fortune 500 companies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Specializes in converting raw data into business-driven insights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Headquartered in India with global client presence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sp>
        <p:nvSpPr>
          <p:cNvPr id="6" name="Text Box 5"/>
          <p:cNvSpPr txBox="1"/>
          <p:nvPr/>
        </p:nvSpPr>
        <p:spPr>
          <a:xfrm>
            <a:off x="838200" y="224155"/>
            <a:ext cx="11212195" cy="5556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Core Services</a:t>
            </a:r>
            <a:endParaRPr lang="en-US" altLang="en-GB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&amp; Business Intelligence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Platform Engineering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AI, Machine Learning &amp; AIOps solutions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Custom product and application development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Key Strength:</a:t>
            </a:r>
            <a:endParaRPr lang="en-US" altLang="en-GB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Ownership-based problem solving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Value-driven, scalable solutions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32F6845-8F47-4AB8-B9CE-96D88E741707}" type="slidenum">
              <a:rPr lang="en-IN" smtClean="0"/>
            </a:fld>
            <a:endParaRPr lang="en-IN" dirty="0"/>
          </a:p>
        </p:txBody>
      </p:sp>
      <p:sp>
        <p:nvSpPr>
          <p:cNvPr id="6" name="Text Box 5"/>
          <p:cNvSpPr txBox="1"/>
          <p:nvPr/>
        </p:nvSpPr>
        <p:spPr>
          <a:xfrm>
            <a:off x="728345" y="340995"/>
            <a:ext cx="11029315" cy="3938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3000">
                <a:latin typeface="Times New Roman" panose="02020603050405020304" pitchFamily="18" charset="0"/>
                <a:cs typeface="Times New Roman" panose="02020603050405020304" pitchFamily="18" charset="0"/>
              </a:rPr>
              <a:t>Why Nineleaps</a:t>
            </a:r>
            <a:endParaRPr lang="en-US" altLang="en-GB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Uses proprietary frameworks like NineX platform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Focus on automation, performance, and analytics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Strong learning culture for interns and trainees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GB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documentation, collaboration, and innovation</a:t>
            </a:r>
            <a:endParaRPr lang="en-US" altLang="en-GB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(NumPy, Pandas, Matplotlib)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(Data querying and analysis)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Dashboarding &amp; reporting tools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make data-driven decisions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product strategy and business performance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historical data into actionable insights</a:t>
            </a:r>
            <a:endParaRPr lang="en-US" alt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your team, working project and reporting to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suitable internship opportunities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Shortlisting companies matching skill set and Domain interests.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 for aptitude and technical rounds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Clearing GD, technical, and HR interviews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2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data to identify patterns and trends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ad-hoc analysis to support business decisions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dashboards for clear data visualization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cleaning and reporting processes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insights to both technical and non-technical users</a:t>
            </a:r>
            <a:endParaRPr lang="en-US" alt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617220" y="901246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609850" y="1783080"/>
            <a:ext cx="1964690" cy="2800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Company orientation,</a:t>
            </a:r>
            <a:endParaRPr lang="en-US" altLang="en-GB"/>
          </a:p>
          <a:p>
            <a:r>
              <a:rPr lang="en-US" altLang="en-GB"/>
              <a:t>Tool setup,</a:t>
            </a:r>
            <a:endParaRPr lang="en-US" altLang="en-GB"/>
          </a:p>
          <a:p>
            <a:r>
              <a:rPr lang="en-US" altLang="en-GB"/>
              <a:t>Python &amp; SQL basics,</a:t>
            </a:r>
            <a:endParaRPr lang="en-US" altLang="en-GB"/>
          </a:p>
          <a:p>
            <a:r>
              <a:rPr lang="en-US" altLang="en-GB"/>
              <a:t>Dataset understanding</a:t>
            </a:r>
            <a:endParaRPr lang="en-US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3985895" y="1783080"/>
            <a:ext cx="1346200" cy="2448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Data cleaning,</a:t>
            </a:r>
            <a:endParaRPr lang="en-US" altLang="en-GB"/>
          </a:p>
          <a:p>
            <a:r>
              <a:rPr lang="en-US" altLang="en-GB"/>
              <a:t>SQL queries,</a:t>
            </a:r>
            <a:endParaRPr lang="en-US" altLang="en-GB"/>
          </a:p>
          <a:p>
            <a:r>
              <a:rPr lang="en-US" altLang="en-GB"/>
              <a:t>Exploratory analysis,</a:t>
            </a:r>
            <a:endParaRPr lang="en-US" altLang="en-GB"/>
          </a:p>
          <a:p>
            <a:r>
              <a:rPr lang="en-US" altLang="en-GB"/>
              <a:t>Basic insights</a:t>
            </a:r>
            <a:endParaRPr lang="en-US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5205095" y="1783080"/>
            <a:ext cx="1618615" cy="2800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Advanced analysis,</a:t>
            </a:r>
            <a:endParaRPr lang="en-US" altLang="en-GB"/>
          </a:p>
          <a:p>
            <a:r>
              <a:rPr lang="en-US" altLang="en-GB"/>
              <a:t>Visualization,</a:t>
            </a:r>
            <a:endParaRPr lang="en-US" altLang="en-GB"/>
          </a:p>
          <a:p>
            <a:r>
              <a:rPr lang="en-US" altLang="en-GB"/>
              <a:t>Trend identification,</a:t>
            </a:r>
            <a:endParaRPr lang="en-US" altLang="en-GB"/>
          </a:p>
          <a:p>
            <a:r>
              <a:rPr lang="en-US" altLang="en-GB"/>
              <a:t>KPI extraction</a:t>
            </a:r>
            <a:endParaRPr lang="en-US" altLang="en-GB"/>
          </a:p>
        </p:txBody>
      </p:sp>
      <p:sp>
        <p:nvSpPr>
          <p:cNvPr id="10" name="Text Box 9"/>
          <p:cNvSpPr txBox="1"/>
          <p:nvPr/>
        </p:nvSpPr>
        <p:spPr>
          <a:xfrm>
            <a:off x="6551930" y="1783080"/>
            <a:ext cx="1356995" cy="2109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Dashboard creation</a:t>
            </a:r>
            <a:endParaRPr lang="en-US" altLang="en-GB"/>
          </a:p>
          <a:p>
            <a:r>
              <a:rPr lang="en-US" altLang="en-GB"/>
              <a:t>Report automation</a:t>
            </a:r>
            <a:endParaRPr lang="en-US" altLang="en-GB"/>
          </a:p>
          <a:p>
            <a:r>
              <a:rPr lang="en-US" altLang="en-GB"/>
              <a:t>Insight validation</a:t>
            </a:r>
            <a:endParaRPr lang="en-US" altLang="en-GB"/>
          </a:p>
          <a:p>
            <a:r>
              <a:rPr lang="en-US" altLang="en-GB"/>
              <a:t>Mentor feedback</a:t>
            </a:r>
            <a:endParaRPr lang="en-US" altLang="en-GB"/>
          </a:p>
        </p:txBody>
      </p:sp>
      <p:sp>
        <p:nvSpPr>
          <p:cNvPr id="11" name="Text Box 10"/>
          <p:cNvSpPr txBox="1"/>
          <p:nvPr/>
        </p:nvSpPr>
        <p:spPr>
          <a:xfrm>
            <a:off x="7694295" y="1783080"/>
            <a:ext cx="1695450" cy="3258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/>
              <a:t>Optimized analysis,Final dashboard,</a:t>
            </a:r>
            <a:endParaRPr lang="en-US" altLang="en-GB"/>
          </a:p>
          <a:p>
            <a:r>
              <a:rPr lang="en-US" altLang="en-GB"/>
              <a:t>Documentation,</a:t>
            </a:r>
            <a:endParaRPr lang="en-US" altLang="en-GB"/>
          </a:p>
          <a:p>
            <a:r>
              <a:rPr lang="en-US" altLang="en-GB"/>
              <a:t>Project presentation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652905" y="2063750"/>
            <a:ext cx="99301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4000">
                <a:solidFill>
                  <a:srgbClr val="0070C0"/>
                </a:solidFill>
              </a:rPr>
              <a:t>https://github.com/chirag7823/Internship</a:t>
            </a:r>
            <a:endParaRPr lang="en-US" altLang="en-GB" sz="400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2889</Words>
  <Application>WPS Presentation</Application>
  <PresentationFormat>Widescreen</PresentationFormat>
  <Paragraphs>185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PowerPoint 演示文稿</vt:lpstr>
      <vt:lpstr>PowerPoint 演示文稿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Chirag BA</cp:lastModifiedBy>
  <cp:revision>746</cp:revision>
  <dcterms:created xsi:type="dcterms:W3CDTF">2022-10-14T07:18:00Z</dcterms:created>
  <dcterms:modified xsi:type="dcterms:W3CDTF">2026-01-13T05:01:24Z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D0BD4CD6460241CCBF8C5BFBC3C9F9B5_13</vt:lpwstr>
  </property>
  <property fmtid="{D5CDD505-2E9C-101B-9397-08002B2CF9AE}" pid="3" name="KSOProductBuildVer">
    <vt:lpwstr>2057-12.2.0.23158</vt:lpwstr>
  </property>
</Properties>
</file>